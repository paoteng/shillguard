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直播开通条件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实名认证</a:t>
            </a:r>
          </a:p>
          <a:p>
            <a:r>
              <a:t>2. 粉丝数 ≥ 500</a:t>
            </a:r>
          </a:p>
          <a:p>
            <a:r>
              <a:t>3. 近 30 天无违规记录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直播禁止行为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直播带货需走蒲公英报备</a:t>
            </a:r>
          </a:p>
          <a:p>
            <a:r>
              <a:t>2. 不得引导站外交易</a:t>
            </a:r>
          </a:p>
          <a:p>
            <a:r>
              <a:t>3. 不得出现未成年人单独直播</a:t>
            </a:r>
          </a:p>
          <a:p>
            <a:r>
              <a:t>4. 单场直播时长 ≤ 4 小时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会员服务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月卡 25 元，年卡 228 元</a:t>
            </a:r>
          </a:p>
          <a:p>
            <a:r>
              <a:t>权益包括：</a:t>
            </a:r>
          </a:p>
          <a:p>
            <a:r>
              <a:t>- 专属表情包</a:t>
            </a:r>
          </a:p>
          <a:p>
            <a:r>
              <a:t>- 隐藏信息流广告</a:t>
            </a:r>
          </a:p>
          <a:p>
            <a:r>
              <a:t>- 数据看板（粉丝增长、笔记表现）</a:t>
            </a:r>
          </a:p>
          <a:p>
            <a:r>
              <a:t>- 优先客服响应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